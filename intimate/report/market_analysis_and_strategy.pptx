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0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여성청결제 시장 상세페이지 경쟁력 분석 및</a:t>
            </a:r>
            <a:br/>
            <a:r>
              <a:t>리뉴얼 전략 마스터 플랜</a:t>
            </a:r>
          </a:p>
          <a:p>
            <a:pPr>
              <a:spcAft>
                <a:spcPts val="4000"/>
              </a:spcAft>
              <a:defRPr sz="1500">
                <a:solidFill>
                  <a:srgbClr val="CCFBF1"/>
                </a:solidFill>
              </a:defRPr>
            </a:pPr>
            <a:r>
              <a:t>18개 주요 브랜드 전수 벤치마킹 기반 · 2x2 포지셔닝 맵 · 전개 순서(Storyline) 비교 · '클린 사이언스' 리뉴얼 스토리보드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기준 타깃 제품: 라엘(Rael) 천연 여성청결제  |  작성일자: 2026. 08.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여성청결제 시장 핵심 진단 및 3대 전환 전략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18개 주요 브랜드 전수 조사 결과, 상위권 브랜드는 '정량 임상과 독자 메커니즘'으로 결제를 이끌어냅니다.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01. 시장 완판 공식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정량 임상 &amp; 기전 규명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'순함' 대신 '칸디다 99.9% 항균 / 99% 탈취' 수치 직격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알칼리화와 유해균 점막 흡착 기전 과학적 폭로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단순 추출물을 넘어선 독자 특허 바이옴 및 빙하수 베이스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[본품+리필] 파우치 기획으로 실속 가치 제공 (바솔)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28416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11D48"/>
                </a:solidFill>
              </a:defRPr>
            </a:pPr>
            <a:r>
              <a:t>02. 기준 제품(라엘) 진단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독보적 클린 vs 기능 결핍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[강점] COSMOS 천연 인증 &amp; 8가지 미니멀 성분의 높은 신뢰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[강점] 미국 아마존 1위 &amp; 올리브영 생리대 팬덤 보유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[결핍] 항균/탈취/질염 개선 구체적 정량 데이터 부재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[한계] 공급자 중심 '설명문' 구조로 구매 전환율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28416" cy="4572000"/>
          </a:xfrm>
          <a:prstGeom prst="roundRect">
            <a:avLst/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03. Next 독점 포지셔닝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클린 사이언스 펨테크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'COSMOS 천연 유기농' + 'D-만노스 유해균 부착 방어' 융합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2대 질염균 99.9% 항균 성적서 &amp; 5초 퀵 린스 실증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[본품 150ml + 친환경 리필 150ml] 기획으로 객단가 상승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· 7일 무료체험 100% 환불 보장제로 구매 저항 제로화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STORYLINE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주요 브랜드 상세페이지 메시지 전개 순서(Top-to-Bottom)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상위 브랜드는 [고민 자극 → 원인 규명 → 특허/기술 → 임상 성적서 → 번들]의 5단계 전환 퍼널을 엄격히 따릅니다.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737360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브랜드 / 제품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554480"/>
            <a:ext cx="2011680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00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1단계 (Hero 후킹)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194560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2단계 (문제 공감)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554480"/>
            <a:ext cx="2286000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3단계 (기술/포뮬러)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554480"/>
            <a:ext cx="2286000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4단계 (임상/안전성 증명)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47120" y="1554480"/>
            <a:ext cx="2011680" cy="3657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1600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5단계 (가치 제안/락인)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938528"/>
            <a:ext cx="1737360" cy="694944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993392"/>
            <a:ext cx="16276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★ [기준] 라엘</a:t>
            </a:r>
            <a:br/>
            <a:r>
              <a:t>(천연 여성청결제)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938528"/>
            <a:ext cx="2011680" cy="694944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99339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COSMOS 천연 인증</a:t>
            </a:r>
            <a:br/>
            <a:r>
              <a:t>단 8가지 전성분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938528"/>
            <a:ext cx="2194560" cy="694944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1993392"/>
            <a:ext cx="2084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성분 개수에 대한 의문</a:t>
            </a:r>
            <a:br/>
            <a:r>
              <a:t>복잡한 성분의 자극 우려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938528"/>
            <a:ext cx="2286000" cy="694944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199339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단 8가지 전성분 공개</a:t>
            </a:r>
            <a:br/>
            <a:r>
              <a:t>코코넛 유래 식물 세정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38528"/>
            <a:ext cx="2286000" cy="694944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199339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피부 저자극 테스트 완료</a:t>
            </a:r>
            <a:br/>
            <a:r>
              <a:t>(정량 시험수치 미표기)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47120" y="1938528"/>
            <a:ext cx="2011680" cy="694944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01984" y="199339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150ml 단품</a:t>
            </a:r>
            <a:br/>
            <a:r>
              <a:t>청결티슈 묶음 기획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670048"/>
            <a:ext cx="17373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2724912"/>
            <a:ext cx="16276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이너시아</a:t>
            </a:r>
            <a:br/>
            <a:r>
              <a:t>(더퓨어 3X)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67004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3744" y="272491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KAIST 여성 과학자 R&amp;D</a:t>
            </a:r>
            <a:br/>
            <a:r>
              <a:t>펨테크 오리진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2670048"/>
            <a:ext cx="21945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2724912"/>
            <a:ext cx="2084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씻어도 반복되는 재발</a:t>
            </a:r>
            <a:br/>
            <a:r>
              <a:t>세균 점막 흡착 기전 규명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67004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272491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3X 바이옴 (빙하수 100%</a:t>
            </a:r>
            <a:br/>
            <a:r>
              <a:t>+ 락토 + D-만노스)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67004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272491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99% 악취 소취 성적서</a:t>
            </a:r>
            <a:br/>
            <a:r>
              <a:t>24종 알러젠 0% 불검출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47120" y="267004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01984" y="272491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프리미엄 단품</a:t>
            </a:r>
            <a:br/>
            <a:r>
              <a:t>라보셀 생리대 크로스셀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401568"/>
            <a:ext cx="173736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3456432"/>
            <a:ext cx="16276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클리티</a:t>
            </a:r>
            <a:br/>
            <a:r>
              <a:t>(젤링워시)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401568"/>
            <a:ext cx="201168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23744" y="345643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5대 국내외 특허 엠블럼</a:t>
            </a:r>
            <a:br/>
            <a:r>
              <a:t>8대 임상 완료 선언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3401568"/>
            <a:ext cx="219456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5424" y="3456432"/>
            <a:ext cx="2084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7가지 Y존 자가진단</a:t>
            </a:r>
            <a:br/>
            <a:r>
              <a:t>분비물/가려움/냄새 체크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401568"/>
            <a:ext cx="228600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9984" y="345643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특허 5종 배합 (제주해수염</a:t>
            </a:r>
            <a:br/>
            <a:r>
              <a:t>+ TEFLOSE® 점막보호)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3401568"/>
            <a:ext cx="228600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15984" y="345643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칸디다 99.3%, 소취 99.5%</a:t>
            </a:r>
            <a:br/>
            <a:r>
              <a:t>즉각보습 93.09% 성적서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47120" y="3401568"/>
            <a:ext cx="201168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01984" y="345643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300/500ml 대용량</a:t>
            </a:r>
            <a:br/>
            <a:r>
              <a:t>1+1 리필 번들 파격할인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133088"/>
            <a:ext cx="17373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" y="4187952"/>
            <a:ext cx="16276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질경이</a:t>
            </a:r>
            <a:br/>
            <a:r>
              <a:t>(에코아 워시)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413308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23744" y="418795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6,600만 개 판매 신화</a:t>
            </a:r>
            <a:br/>
            <a:r>
              <a:t>단순 세정 脫피 선언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560" y="4133088"/>
            <a:ext cx="21945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5424" y="4187952"/>
            <a:ext cx="2084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Y존 복합 노화 지적</a:t>
            </a:r>
            <a:br/>
            <a:r>
              <a:t>(탄력 저하, 칙칙함, 건조)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413308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9984" y="418795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11개국 특허 바이옴-13</a:t>
            </a:r>
            <a:br/>
            <a:r>
              <a:t>하이드롤라이즈드 콜라겐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413308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15984" y="418795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3대 안티에이징 임상</a:t>
            </a:r>
            <a:br/>
            <a:r>
              <a:t>(보습 66%, 탄력 치밀도)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247120" y="413308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301984" y="418795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N+N 대량 번들</a:t>
            </a:r>
            <a:br/>
            <a:r>
              <a:t>최대 50% 세트 할인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4864608"/>
            <a:ext cx="173736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" y="4919472"/>
            <a:ext cx="16276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아토팜</a:t>
            </a:r>
            <a:br/>
            <a:r>
              <a:t>(매터니티 케어)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0" y="4864608"/>
            <a:ext cx="201168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23744" y="491947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산부인과 테스트 완료</a:t>
            </a:r>
            <a:br/>
            <a:r>
              <a:t>'아주 좋음' 엠블럼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4864608"/>
            <a:ext cx="219456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35424" y="4919472"/>
            <a:ext cx="2084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임산부 분비물/자극 불안</a:t>
            </a:r>
            <a:br/>
            <a:r>
              <a:t>점막 잔여물 공포 환기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4864608"/>
            <a:ext cx="228600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29984" y="491947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독자 특허 AMPamide™</a:t>
            </a:r>
            <a:br/>
            <a:r>
              <a:t>신바이오틱스 EWG 그린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61120" y="4864608"/>
            <a:ext cx="228600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15984" y="491947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7초 퀵 린스 잔여물 0%</a:t>
            </a:r>
            <a:br/>
            <a:r>
              <a:t>유해균 3종 99% 항균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247120" y="4864608"/>
            <a:ext cx="201168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301984" y="491947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올리브영 단독 할인 기획</a:t>
            </a:r>
            <a:br/>
            <a:r>
              <a:t>1등 민감케어 신뢰 락인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5596128"/>
            <a:ext cx="17373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5650992"/>
            <a:ext cx="16276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바솔</a:t>
            </a:r>
            <a:br/>
            <a:r>
              <a:t>(이너 밸런싱 폼)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80" y="559612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23744" y="565099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올리브영 W케어 1등</a:t>
            </a:r>
            <a:br/>
            <a:r>
              <a:t>산뜻 밸런스 선점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80560" y="5596128"/>
            <a:ext cx="21945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35424" y="5650992"/>
            <a:ext cx="2084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생리 전후 불쾌취/찝찝함</a:t>
            </a:r>
            <a:br/>
            <a:r>
              <a:t>손 문지름 마찰 자극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559612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29984" y="565099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락토바실러스 발효용해물</a:t>
            </a:r>
            <a:br/>
            <a:r>
              <a:t>+ 호주산 티트리 + 시카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61120" y="559612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15984" y="5650992"/>
            <a:ext cx="21762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칸디다균 99.9% 항균</a:t>
            </a:r>
            <a:br/>
            <a:r>
              <a:t>녹색소비자연대 안전적합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247120" y="5596128"/>
            <a:ext cx="2011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301984" y="5650992"/>
            <a:ext cx="1901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[본품 150ml + 리필 150ml]</a:t>
            </a:r>
            <a:br/>
            <a:r>
              <a:t>올영 단독 더블 기획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2X2 POSITIONING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여성청결제 시장 2x2 포지셔닝 맵 및 White Space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라엘은 'COSMOS 천연 유기농' 자산에 'D-만노스 유해균 부착 방어'를 결합한 [클린 사이언스 펨테크]로 이동해야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48920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4892040" cy="2194560"/>
          </a:xfrm>
          <a:prstGeom prst="roundRect">
            <a:avLst/>
          </a:prstGeom>
          <a:solidFill>
            <a:srgbClr val="CCFBF1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4050792"/>
            <a:ext cx="48920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4050792"/>
            <a:ext cx="4892040" cy="2194560"/>
          </a:xfrm>
          <a:prstGeom prst="roundRect">
            <a:avLst/>
          </a:prstGeom>
          <a:solidFill>
            <a:srgbClr val="FEF2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325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▲ 문제성 집중 케어 (질염 / 칸디다 99.9% 항균 / 냄새 탈취 / 안티에이징)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3276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▼ 데일리 마일드 케어 (0.00 저자극 / pH 약산성 / 온 가족 안심 세정)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◄ 더마/임상 과학</a:t>
            </a:r>
            <a:br/>
            <a:r>
              <a:t>   (Science &amp; Medical)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374904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클린/비건/자연주의 ►</a:t>
            </a:r>
            <a:br/>
            <a:r>
              <a:t>(Clean &amp; Natural)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7830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클러스터 1: 메디컬 / 고기능 문제 해결형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240280"/>
            <a:ext cx="21945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질경이 (11개국 특허/안티에이징)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240280"/>
            <a:ext cx="21945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이너시아 (KAIST D-만노스)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715768"/>
            <a:ext cx="21945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클리티 (5대특허/8대임상)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715768"/>
            <a:ext cx="21945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비레시피 (2대균 99.9% 항균)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3191256"/>
            <a:ext cx="21945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메디온 (락토리메디/질염케어)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191256"/>
            <a:ext cx="21945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이너생각 (사상자/가려움 67%)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7830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★ Next White Space: 클린 사이언스 펨테크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224028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★ [라엘(Rael) Next 목표 포지셔닝]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COSMOS 천연 유기농 무결점 안전성 +</a:t>
            </a:r>
            <a:br/>
            <a:r>
              <a:t>· 식물 유래 D-만노스 유해균 부착 방어 테크 +</a:t>
            </a:r>
            <a:br/>
            <a:r>
              <a:t>· 칸디다/가드넬라 99.9% 항균 성적서 &amp; 24h 보습 결합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8795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클러스터 2: 더마 / 약산성 마일드 케어형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645152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</a:defRPr>
            </a:pPr>
            <a:r>
              <a:t>아토팜 (산부인과/7초 퀵린스)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645152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</a:defRPr>
            </a:pPr>
            <a:r>
              <a:t>유리아쥬 (프랑스 온천수/만4세)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193792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</a:defRPr>
            </a:pPr>
            <a:r>
              <a:t>일리윤 (공동특허 녹차락토스킨)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5193792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</a:defRPr>
            </a:pPr>
            <a:r>
              <a:t>해피바스 (8천원대 국민가성비)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18795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클러스터 3: 클린뷰티 오가닉 &amp; 웰니스형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4599432"/>
            <a:ext cx="22860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🔴 [라엘 현재 위치]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· 단 8가지 성분</a:t>
            </a:r>
            <a:br/>
            <a:r>
              <a:t>· COSMOS 천연인증</a:t>
            </a:r>
            <a:br/>
            <a:r>
              <a:t>· [한계] 항균 수치 부재로</a:t>
            </a:r>
            <a:br/>
            <a:r>
              <a:t>  고민해결 고객 이탈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05672" y="4599432"/>
            <a:ext cx="20116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바솔 (W케어 1등 티트리)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5672" y="4965192"/>
            <a:ext cx="20116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아로마티카 (비건/에센셜)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05672" y="5330952"/>
            <a:ext cx="20116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쏘피 (쿨링프레쉬 폼)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05672" y="5696712"/>
            <a:ext cx="20116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</a:defRPr>
            </a:pPr>
            <a:r>
              <a:t>디어스킨 (21개 성분 무향)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COMPETITOR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주요 3대 경쟁사 그룹별 상세페이지 소구 전략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고기능성 그룹은 임상 수치 폭격, 더마 그룹은 의학적 검증, 클린/매스 그룹은 감성과 가성비를 무기로 삼습니다.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Group A. 고기능성 / 임상 소구 그룹</a:t>
            </a:r>
          </a:p>
          <a:p>
            <a:pPr>
              <a:spcAft>
                <a:spcPts val="400"/>
              </a:spcAft>
              <a:defRPr sz="1050">
                <a:solidFill>
                  <a:srgbClr val="0D9488"/>
                </a:solidFill>
              </a:defRPr>
            </a:pPr>
            <a:r>
              <a:t>대표 브랜드: 메디온, 질경이, 클리티, 비레시피, 이너시아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[후킹] 1인칭 질염/가려움/냄새 고민 직격 (자가진단 체크리스트)   · [원인] 알칼리화 및 세균 점막 흡착의 생물학적 기전 폭로</a:t>
            </a:r>
            <a:br/>
            <a:r>
              <a:t>· [증명] 칸디다 99.9% 항균 성적서 &amp; 5대 등록 특허증 원본 노출   · [전환] 100% 환불 보장제 및 1+1 더블 번들 세트 (객단가 2만원대)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Group B. 마일드 / 더마 / 임산부 케어 그룹</a:t>
            </a:r>
          </a:p>
          <a:p>
            <a:pPr>
              <a:spcAft>
                <a:spcPts val="400"/>
              </a:spcAft>
              <a:defRPr sz="1050">
                <a:solidFill>
                  <a:srgbClr val="0D9488"/>
                </a:solidFill>
              </a:defRPr>
            </a:pPr>
            <a:r>
              <a:t>대표 브랜드: 아토팜, 유리아쥬, 일리윤, 디어스킨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[후킹] 점막 자극 및 세정 후 건조함, 임산부 분비물 변화 공감   · [성분] 프랑스 온천수, AMPamide™, 녹차 락토스킨 등 장벽 강화</a:t>
            </a:r>
            <a:br/>
            <a:r>
              <a:t>· [증명] 산부인과 사용 적합성 '아주 좋음' &amp; 7초 퀵 린스 잔여물 제로   · [전환] 300~500ml 메가 대용량 펌프로 온 가족 정착 유도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64608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Group C. 클린 / 자연유래 &amp; 매스 그룹</a:t>
            </a:r>
          </a:p>
          <a:p>
            <a:pPr>
              <a:spcAft>
                <a:spcPts val="400"/>
              </a:spcAft>
              <a:defRPr sz="1050">
                <a:solidFill>
                  <a:srgbClr val="0D9488"/>
                </a:solidFill>
              </a:defRPr>
            </a:pPr>
            <a:r>
              <a:t>대표 브랜드: 아로마티카, 바솔, 쏘피, 해피바스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[후킹] 인공 향료 불안, 생리 기간 꿉꿉함, 샤워 후 릴랙싱 니즈   · [성분] 민들레 디콕션수, 티트리 오일, 쿨링 복합체, 국내산 쑥</a:t>
            </a:r>
            <a:br/>
            <a:r>
              <a:t>· [증명] 100% 비건 인증, 올리브영 W케어 1등 어워즈 엠블럼   · [전환] 8~9천 원대 파격 최저가 or [본품+리필] 실속 기획 (바솔)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BENCHMARKING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핵심 6대 상세페이지 구성 요소별 상위권 성공 공식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상위 브랜드들은 시각적 증명 장치와 다층 번들 전략으로 이탈을 방지하고 전환율을 극대화합니다.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01. 후킹 &amp; 헤드카피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고민 직격 &amp; 정량 수치형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첫 3초 안에 '칸디다 99.9% 항균' 또는 '산부인과 테스트 완료' 엠블럼 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5564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02. 스토리라인 흐름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5단계 논리 전환 깔때기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고민 공감 ──► 원인 기전 규명 ──► 독자 바이옴 솔루션 ──► 임상 실증 ──► 번들 락인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578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03. 성분 &amp; 기술 소구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정제수 대체 &amp; 부착 방어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캐나다 빙하수/온천수 베이스 + D-만노스 유해균 부착 차단 바이오 메커니즘 3D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2578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1012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04. 임상 데이터 시각화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공인 성적서 스캔본 노출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시험기관 성적서 원본 + 비포/애프터 균 배양 샬레 비교 사진으로 신뢰도 200%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578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05. 가격 &amp; 용량 전략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친환경 리필 &amp; 메가 대용량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[본품 150ml + 리필 150ml] 기획(바솔) 또는 300~500ml 대용량으로 100ml 단가 인하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525780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86460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06. 이탈 방지 장치</a:t>
            </a:r>
          </a:p>
          <a:p>
            <a:pPr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100% 환불 보증제 &amp; 리뷰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7일 무료체험 100% 환불제(이너생각) + 올영 1위 엠블럼 + 고민별 찐후기 큐레이션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기준 제품(라엘)의 4대 핵심 결핍 및 고객 구매 저항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안전성은 뛰어나지만, 고객의 고통을 해결해 주는 구체적 수치와 번들 가치가 결여되어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Gap 1. 정량 임상 수치 부재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고객 구매 저항: '정말 냄새와 가려움이 사라질까?'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피부 저자극 0.00 외 항균율/탈취율 수치 일체 미표기</a:t>
            </a:r>
            <a:br/>
            <a:r>
              <a:t>· '순함'에만 의존하여 질염/분비물 고민 고객의 장바구니 이탈 발생</a:t>
            </a:r>
            <a:br/>
            <a:r>
              <a:t>· [해결책] 칸디다균 99.9% 항균 &amp; 악취 99% 소취 성적서 전면 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Gap 2. 독자 바이옴 스토리 부재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고객 구매 저항: '물에 계면활성제 탄 기본 워시 아닌가?'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정제수, 글리세린 등 범용 원료의 단순 나열에 그침</a:t>
            </a:r>
            <a:br/>
            <a:r>
              <a:t>· 이너시아(D-만노스), 아토팜(AMPamide) 대비 독점 R&amp;D 부재</a:t>
            </a:r>
            <a:br/>
            <a:r>
              <a:t>· [해결책] 유해균 부착 차단 D-만노스 바이오 메커니즘 3D 삽입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Gap 3. 씻김성(Quick Rinse) 증명 부족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고객 구매 저항: '거품이 미끈거리거나 남지 않을까?'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단순 펌핑 거품 사진 1~2장으로 세정 쾌감 소구 부족</a:t>
            </a:r>
            <a:br/>
            <a:r>
              <a:t>· 점막 세정 잔여물에 대한 민감 고객의 심리적 불안 잔존</a:t>
            </a:r>
            <a:br/>
            <a:r>
              <a:t>· [해결책] 5초 퀵 린스 잔여물 제로 비커 비교 실험 영상/컷 배치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Gap 4. 친환경 리필 및 번들 혜택 부족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고객 구매 저항: '150ml는 너무 빨리 써서 번거롭다'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150ml 단품(12,900원) 위주로 운영되어 객단가 및 락인 한계</a:t>
            </a:r>
            <a:br/>
            <a:r>
              <a:t>· 플라스틱 절감 친환경 리필 파우치 옵션 부재</a:t>
            </a:r>
            <a:br/>
            <a:r>
              <a:t>· [해결책] [본품 150ml + 친환경 리필 150ml] 기획(19,900원) 런칭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COPYWRITING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도입부 카피라이팅 혁신: Before &amp; After 3대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공급자 중심 스펙 나열에서 벗어나, 고객의 결핍을 정조준하는 3가지 카피 포트폴리오를 제안합니다.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[Before 현재 카피]  "단 8가지 전성분, COSMOS 천연 인증 순한 여성청결제"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→ 이탈 원인: 제품 스펙의 단순 설명문으로 고객의 냄새/가려움 고통 공감 실패 및 스크롤 동기 부족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컨셉 A. 직관적 고민 해결형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"씻어도 반복되는 찝찝함과 냄새, 단 8가지 순수한 성분으로 비워내다"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불필요한 화학 성분은 덜어내고, Y존을 괴롭히는 유해균과 악취만 99.9% 완벽 케어.</a:t>
            </a:r>
            <a:br/>
            <a:r>
              <a:t>COSMOS 천연 거품으로 매일 산뜻하고 개운하게.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9728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컨셉 B. 더마/임상 수치 증명형 (추천 ⭐)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"COSMOS 천연 인증에 칸디다균 99.9% 항균을 더하다 — 완벽한 증명"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식물 유래 D-만노스로 유해균 점막 부착을 차단하고, 피부 자극 0.00%로 완성한 클린 바이오 포뮬러.</a:t>
            </a:r>
            <a:br/>
            <a:r>
              <a:t>단 8가지 성분으로 입증한 99% 탈취력.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컨셉 C. 데일리 클린 밸런스형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"내 몸 가장 연약한 곳이니까 — 단 8가지 성분으로 지키는 마이크로바이옴"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흡수율 높은 점막을 위해 유해 화학 성분은 0%, 꼭 필요한 유익균 보호막만 정직하게 처방.</a:t>
            </a:r>
            <a:br/>
            <a:r>
              <a:t>매일 닿아도 자극 없는 천연 버블 웰니스.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RENEWAL 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상세페이지 7개 섹션 마스터 와이어프레임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고객의 구매 심리 흐름에 맞춰 [후킹 ──► 원인 ──► 기술 ──► 임상 ──► 제형 ──► 안전 ──► 번들]로 재배치합니다.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1. 도입부 / 3초 후킹  |  </a:t>
            </a:r>
            <a:r>
              <a:rPr sz="1100" b="0">
                <a:solidFill>
                  <a:srgbClr val="0F172A"/>
                </a:solidFill>
              </a:rPr>
              <a:t>3대 엠블럼 + "COSMOS 천연인증에 칸디다 99.9% 항균을 더하다"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04288"/>
            <a:ext cx="10728655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2. 문제 제기 &amp; 원인 규명  |  </a:t>
            </a:r>
            <a:r>
              <a:rPr sz="1100" b="0">
                <a:solidFill>
                  <a:srgbClr val="0F172A"/>
                </a:solidFill>
              </a:rPr>
              <a:t>3대 고민(냄새/가려움/분비물) + 높은 경피 흡수율 &amp; 유해균 점막 흡착 기전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62656"/>
            <a:ext cx="10728655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3. 독자 솔루션 &amp; 기술  |  </a:t>
            </a:r>
            <a:r>
              <a:rPr sz="1100" b="0">
                <a:solidFill>
                  <a:srgbClr val="0F172A"/>
                </a:solidFill>
              </a:rPr>
              <a:t>단 8가지 전성분 인포그래픽 + D-만노스 유해균 부착 차단 3D 메커니즘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21024"/>
            <a:ext cx="10728655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4. 압도적 임상 데이터 실증  |  </a:t>
            </a:r>
            <a:r>
              <a:rPr sz="1100" b="0">
                <a:solidFill>
                  <a:srgbClr val="0F172A"/>
                </a:solidFill>
              </a:rPr>
              <a:t>칸디다 99.99% &amp; 가드넬라 99.8% 항균 성적서 + 99% 소취 그래프 + 24h 보습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79392"/>
            <a:ext cx="10728655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5254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5. 텍스처 &amp; 5초 퀵 린스  |  </a:t>
            </a:r>
            <a:r>
              <a:rPr sz="1100" b="0">
                <a:solidFill>
                  <a:srgbClr val="0F172A"/>
                </a:solidFill>
              </a:rPr>
              <a:t>손 마찰 제로 버블 + 5초 만에 잔여물 없이 씻겨 내려가는 투명 비커 실험 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59"/>
            <a:ext cx="10728655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1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6. 무결점 클린 안전성  |  </a:t>
            </a:r>
            <a:r>
              <a:rPr sz="1100" b="0">
                <a:solidFill>
                  <a:srgbClr val="0F172A"/>
                </a:solidFill>
              </a:rPr>
              <a:t>COSMOS NATURAL 인증서 원본 + 피부 자극 0.00 + 알러젠 24종 불검출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96128"/>
            <a:ext cx="10728655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Section 7. 번들 오퍼 &amp; 이탈 방지  |  </a:t>
            </a:r>
            <a:r>
              <a:rPr sz="1100" b="0">
                <a:solidFill>
                  <a:srgbClr val="0F172A"/>
                </a:solidFill>
              </a:rPr>
              <a:t>[본품 150ml + 친환경 리필 150ml] 기획(19,900원) + 7일 100% 환불 보증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A/B 테스트 제언 및 최종 리뉴얼 실행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런칭 후 데이터 기반 최적화를 통해 올리브영 여성청결제 1등 브랜드로 도약합니다.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🧪 Test 1. 도입부 헤드카피 A/B 테스트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A안 (고민 해결형): "씻어도 반복되는 찝찝함과 냄새..."</a:t>
            </a:r>
            <a:br/>
            <a:r>
              <a:t>· B안 (임상 증명형 - 추천 ⭐): "COSMOS 인증에 99.9% 항균을 더하다"</a:t>
            </a:r>
            <a:br/>
            <a:r>
              <a:t>· [목표] 성분 중심 스마트 컨슈머의 구매 전환율(CVR) 25% 상승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5780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🧪 Test 2. 올리브영 메인 썸네일 A/B 테스트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· 1안 (기능/임상 중심): 투명 용기 + 버블 텍스처 + [COSMOS/99.9%] 엠블럼</a:t>
            </a:r>
            <a:br/>
            <a:r>
              <a:t>· 2안 (감성/웰니스 중심): 미니멀 욕실 라이프스타일 + [미국 1위] 엠블럼</a:t>
            </a:r>
            <a:br/>
            <a:r>
              <a:t>· [목표] 올리브영 카테고리 검색 결과 내 클릭률(CTR) 30%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728655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CFBF1"/>
                </a:solidFill>
              </a:defRPr>
            </a:pPr>
            <a:r>
              <a:t>🚀 라엘(Rael) 여성청결제 초격차 4단계 실행 로드맵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1. [임상 데이터 확보] 칸디다/가드넬라 99.9% 항균 및 99% 소취 공인 성적서 발급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2. [상세페이지 리뉴얼] 7개 섹션 와이어프레임 적용 &amp; B안(임상 증명형) 카피라이팅 탑재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3. [실속 번들 패키징] [본품 150ml + 친환경 리필 150ml] 올리브영 단독 기획 런칭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4. [데이터 최적화] 썸네일 및 헤드카피 A/B 테스트를 통한 전환율(CVR) 30% 개선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